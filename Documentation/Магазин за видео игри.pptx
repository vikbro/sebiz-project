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74aa645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74aa645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74aa6451e_1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74aa6451e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74aa6451e_1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74aa6451e_1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74aa6451e_1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74aa6451e_1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74aa6451e_1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74aa6451e_1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4aa6451e_1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74aa6451e_1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74aa6451e_1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74aa6451e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74aa6451e_1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74aa6451e_1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74aa6451e_1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74aa6451e_1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74aa6451e_1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74aa6451e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74aa6451e_1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74aa6451e_1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74aa6451e_1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74aa6451e_1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74aa6451e_1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74aa6451e_1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74aa6451e_1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74aa6451e_1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74aa6451e_1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74aa6451e_1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74aa6451e_1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74aa6451e_1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74aa6451e_1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74aa6451e_1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Магазин за видео игри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Виктор Тодоров 0MI0700064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Изглед на сайта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075" y="1017725"/>
            <a:ext cx="7555848" cy="3790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Иновативност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219" y="1307850"/>
            <a:ext cx="6642132" cy="328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4">
            <a:alphaModFix/>
          </a:blip>
          <a:srcRect b="0" l="0" r="34110" t="0"/>
          <a:stretch/>
        </p:blipFill>
        <p:spPr>
          <a:xfrm>
            <a:off x="222946" y="1892775"/>
            <a:ext cx="3746700" cy="26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Иновативност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675" y="1734098"/>
            <a:ext cx="7806199" cy="3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7284" y="296425"/>
            <a:ext cx="5276717" cy="29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Препоръки</a:t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458" y="1662327"/>
            <a:ext cx="7575091" cy="253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База данни (Колекции)</a:t>
            </a:r>
            <a:endParaRPr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25" y="1697450"/>
            <a:ext cx="34861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База данни (User)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9600" t="0"/>
          <a:stretch/>
        </p:blipFill>
        <p:spPr>
          <a:xfrm>
            <a:off x="2132199" y="1010175"/>
            <a:ext cx="6827976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База данни (Transaction)</a:t>
            </a:r>
            <a:endParaRPr/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100" y="989550"/>
            <a:ext cx="4495800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База данни (Game)</a:t>
            </a:r>
            <a:endParaRPr/>
          </a:p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089575"/>
            <a:ext cx="7258050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База данни (GameUsage)</a:t>
            </a:r>
            <a:endParaRPr/>
          </a:p>
        </p:txBody>
      </p:sp>
      <p:sp>
        <p:nvSpPr>
          <p:cNvPr id="199" name="Google Shape;19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6588" y="975275"/>
            <a:ext cx="479107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База данни (Жанр-категория)</a:t>
            </a:r>
            <a:endParaRPr/>
          </a:p>
        </p:txBody>
      </p:sp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744" y="1701200"/>
            <a:ext cx="6770525" cy="250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Интегрирано изпращане на имейл</a:t>
            </a:r>
            <a:endParaRPr/>
          </a:p>
        </p:txBody>
      </p:sp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475" y="1188501"/>
            <a:ext cx="7559052" cy="34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Интегрирано изпращане на имейл</a:t>
            </a:r>
            <a:endParaRPr/>
          </a:p>
        </p:txBody>
      </p:sp>
      <p:sp>
        <p:nvSpPr>
          <p:cNvPr id="220" name="Google Shape;220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00" y="1127801"/>
            <a:ext cx="8080200" cy="35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Интегрирано изпращане на имейл</a:t>
            </a:r>
            <a:endParaRPr/>
          </a:p>
        </p:txBody>
      </p:sp>
      <p:sp>
        <p:nvSpPr>
          <p:cNvPr id="227" name="Google Shape;227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75" y="439649"/>
            <a:ext cx="8553450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Коригиране на данни</a:t>
            </a:r>
            <a:endParaRPr/>
          </a:p>
        </p:txBody>
      </p:sp>
      <p:sp>
        <p:nvSpPr>
          <p:cNvPr id="234" name="Google Shape;234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9901" y="0"/>
            <a:ext cx="316944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88" y="1256250"/>
            <a:ext cx="4010025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Информациа на потребителя</a:t>
            </a:r>
            <a:endParaRPr/>
          </a:p>
        </p:txBody>
      </p:sp>
      <p:sp>
        <p:nvSpPr>
          <p:cNvPr id="242" name="Google Shape;242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2550" y="1456024"/>
            <a:ext cx="7038900" cy="313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Библиотека/Портфолио от избрани игри</a:t>
            </a:r>
            <a:endParaRPr/>
          </a:p>
        </p:txBody>
      </p:sp>
      <p:sp>
        <p:nvSpPr>
          <p:cNvPr id="249" name="Google Shape;249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88" y="1409813"/>
            <a:ext cx="8475024" cy="23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/>
          <p:nvPr>
            <p:ph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КРАЙ</a:t>
            </a:r>
            <a:endParaRPr/>
          </a:p>
        </p:txBody>
      </p:sp>
      <p:sp>
        <p:nvSpPr>
          <p:cNvPr id="256" name="Google Shape;256;p30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